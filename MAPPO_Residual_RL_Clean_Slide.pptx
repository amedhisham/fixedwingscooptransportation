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MAPPO Residual Reinforcement Learning (CTDE)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760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70"/>
                </a:solidFill>
              </a:defRPr>
            </a:pPr>
            <a:r>
              <a:t>Training loop + environment step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103120" cy="1371600"/>
          </a:xfrm>
          <a:prstGeom prst="roundRect">
            <a:avLst/>
          </a:prstGeom>
          <a:solidFill>
            <a:srgbClr val="EBF4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A365D"/>
                </a:solidFill>
              </a:rPr>
              <a:t>Actor πθ (Deploys)</a:t>
            </a:r>
          </a:p>
          <a:p>
            <a:pPr algn="l">
              <a:defRPr sz="1300">
                <a:solidFill>
                  <a:srgbClr val="1E293B"/>
                </a:solidFill>
              </a:defRPr>
            </a:pPr>
            <a:r>
              <a:t>• Decentralized policy</a:t>
            </a:r>
            <a:br/>
            <a:r>
              <a:t>• Input: 98-D observation</a:t>
            </a:r>
            <a:br/>
            <a:r>
              <a:t>• Output: residual actions Δλ, Δw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914400"/>
            <a:ext cx="2926080" cy="173736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59669"/>
                </a:solidFill>
              </a:rPr>
              <a:t>ResidualMARLEnv.step</a:t>
            </a:r>
          </a:p>
          <a:p>
            <a:pPr algn="l">
              <a:defRPr sz="1300">
                <a:solidFill>
                  <a:srgbClr val="1E293B"/>
                </a:solidFill>
              </a:defRPr>
            </a:pPr>
            <a:r>
              <a:t>1. Base analytic controller</a:t>
            </a:r>
            <a:br/>
            <a:r>
              <a:t>2. Add clipped residuals</a:t>
            </a:r>
            <a:br/>
            <a:r>
              <a:t>3. FMU plant + delay/noise</a:t>
            </a:r>
            <a:br/>
            <a:r>
              <a:t>4. Reward from true state</a:t>
            </a:r>
            <a:br/>
            <a:r>
              <a:t>5. Next observation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051560"/>
            <a:ext cx="2103120" cy="1371600"/>
          </a:xfrm>
          <a:prstGeom prst="roundRect">
            <a:avLst/>
          </a:prstGeom>
          <a:solidFill>
            <a:srgbClr val="EBF4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A365D"/>
                </a:solidFill>
              </a:rPr>
              <a:t>Critic Vφ (Train Only)</a:t>
            </a:r>
          </a:p>
          <a:p>
            <a:pPr algn="l">
              <a:defRPr sz="1300">
                <a:solidFill>
                  <a:srgbClr val="1E293B"/>
                </a:solidFill>
              </a:defRPr>
            </a:pPr>
            <a:r>
              <a:t>• Privileged 58-D state</a:t>
            </a:r>
            <a:br/>
            <a:r>
              <a:t>• Estimates value V(s)</a:t>
            </a:r>
            <a:br/>
            <a:r>
              <a:t>• Used only during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051560"/>
            <a:ext cx="2926080" cy="1371600"/>
          </a:xfrm>
          <a:prstGeom prst="roundRect">
            <a:avLst/>
          </a:prstGeom>
          <a:solidFill>
            <a:srgbClr val="FEF9C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92400E"/>
                </a:solidFill>
              </a:rPr>
              <a:t>Rollout Buffer</a:t>
            </a:r>
          </a:p>
          <a:p>
            <a:pPr algn="l">
              <a:defRPr sz="1300">
                <a:solidFill>
                  <a:srgbClr val="1E293B"/>
                </a:solidFill>
              </a:defRPr>
            </a:pPr>
            <a:r>
              <a:t>obs • action • logp</a:t>
            </a:r>
            <a:br/>
            <a:r>
              <a:t>state • value • reward • done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737360"/>
            <a:ext cx="320040" cy="45720"/>
          </a:xfrm>
          <a:prstGeom prst="line">
            <a:avLst/>
          </a:prstGeom>
          <a:ln w="254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715000" y="1737360"/>
            <a:ext cx="365760" cy="45720"/>
          </a:xfrm>
          <a:prstGeom prst="line">
            <a:avLst/>
          </a:prstGeom>
          <a:ln w="254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83880" y="1737360"/>
            <a:ext cx="365760" cy="0"/>
          </a:xfrm>
          <a:prstGeom prst="line">
            <a:avLst/>
          </a:prstGeom>
          <a:ln w="254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3108960"/>
            <a:ext cx="557784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① COLLECT ROLLOUTS (Every Step)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Run for STEPS_PER_ITER across many episodes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Actor interacts with the environment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Buffer stores transitions for every drone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Generalized Advantage Estimation (GAE) computes advantages &amp;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55321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② PPO UPDATE (Once per Iteration)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K optimization epochs over rollout batch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Actor: PPO clipped objective → update θ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Critic: MSE value loss → update φ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Updated networks begin the next 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</a:defRPr>
            </a:pPr>
            <a:r>
              <a:t>↺ Repeat: Collect Rollouts → PPO Update → Next Iteration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